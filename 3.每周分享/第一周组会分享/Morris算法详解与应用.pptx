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-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和大家分享一个非常巧妙的二叉树遍历算法——Morris算法。在常规的递归或迭代遍历中，我们通常需要O(h)的空间复杂度，而Morris算法的神奇之处在于，它仅使用常数级别的额外空间，也就是O(1)，就能完成二叉树的遍历。这对于内存资源受限的场景尤为重要。希望通过今天的分享，能让大家对这个算法有一个清晰的认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六个部分。首先，我们会探讨为什么需要Morris算法，也就是它的背景和动机。接着，我会介绍其核心思想——线索二叉树。然后，我们将以最常用的中序遍历为例，详细拆解算法步骤。之后，通过一个具体的例子来演示整个过程。最后，会简单介绍前序和后序遍历的变种，并对算法的优缺点和适用场景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探讨Morris算法之前，我们先回顾一下传统的二叉树遍历方法。无论是递归还是基于栈的迭代，它们都有一个共同的特点，就是空间复杂度为O(h)，也就是树的高度。这在大多数情况下是可以接受的，但在一些对内存非常敏感的场景，比如嵌入式设备，这可能成为一个瓶颈。我们的目标是找到一种方法，能够在不使用额外栈空间的情况下完成遍历，这就是Morris算法的价值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Morris算法的核心思想非常巧妙，它利用了二叉树中大量闲置的空指针。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想象一下，我们在遍历到一个节点时，先去它的左子树找到最后一个节点，也就是中序遍历的前驱节点，然后把这个前驱节点的右指针指向当前节点。这样，当我们遍历完左子树后，就可以通过这个“线索”直接回到当前节点，而不需要借助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整个过程就像是在树上临时搭建了一条“高速公路”，遍历完之后再把它拆除，恢复树的原貌。这不仅节省了栈的空间开销，也展示了算法设计中“变废为宝”的智慧。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接下来，我们以最常用的中序遍历为例，详细拆解Morris算法的步骤。整个过程可以总结为一个简单的口诀。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首先，我们从根节点开始。如果当前节点没有左孩子，我们就直接访问它，然后向右走。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有左孩子，我们就找到左子树的最右节点，也就是它的前驱节点。如果前驱节点的右指针是空的，我们就把它指向当前节点，这是在建立线索，然后当前节点向左走。如果前驱节点的右指针已经指向了当前节点，说明我们已经通过线索回来了，这时我们要拆除线索，把前驱节点的右指针恢复为空，然后访问当前节点，再向右走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整个过程循环进行，直到当前节点为空。这种方法的核心在于利用叶子节点的空指针构建线索，从而实现O(1)的空间复杂度。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理论讲完了，我们来看一个具体的例子。这是一棵简单的二叉树，根节点是1，左孩子是2，右孩子是3，节点2又有两个孩子4和5。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大家可以先在心里预演一下，这棵树的中序遍历结果应该是左-根-右，也就是 4、2、5、1、3。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接下来，我将带着大家一步一步地走一遍 Morris 算法的执行过程，看看它是如何不使用栈就完成遍历的。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我们开始第一步，当前节点是1，它有左孩子。我们找到左子树的最右节点，也就是5，它的右指针是空的，所以我们把它指向1，建立线索。然后当前节点移动到2。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第二步，当前节点是2，同样有左孩子，找到其最右节点4，建立线索，4的右指针指向2，当前节点移动到4。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第三步，当前节点是4，没有左孩子，所以我们访问它，然后通过线索回到2。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第四步，当前节点回到2，再次检查左子树的最右节点4，发现它的右指针已经指向自己了，说明我们已经来过了。于是我们拆除线索，把4的右指针恢复为空，然后访问节点2，接着当前节点移动到5。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继续看第五步，当前节点是5，没有左孩子，访问它，然后通过之前建立的线索回到根节点1。第六步，当前节点回到1，再次检查左子树的最右节点5，发现线索已存在，于是拆除线索，访问节点1，然后当前节点移动到3。最后一步，当前节点是3，没有左孩子，访问它，然后它的右指针为空，遍历结束。我们可以看到，最终的访问顺序是4、2、5、1、3，和我们预期的中序遍历结果完全一致！整个过程没有使用任何栈，仅仅通过临时线索就完成了遍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理解了中序遍历，前序和后序遍历就变得非常简单了，它们本质上只是改变了访问节点的时机。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对于前序遍历，我们只需要在建立线索的时候，也就是第一次遇到节点时，就访问它。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而后序遍历稍微复杂一些，通常需要在拆除线索时，逆序输出当前节点左子树的右边界。这里就不展开细讲了，核心思路是一致的。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最后，我们来总结一下Morris算法的优缺点和适用场景。它最大的优点就是实现了真正的O(1)空间复杂度，这在内存受限的场景下非常宝贵。同时，它的时间效率也很高。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缺点也很明显，代码实现相对复杂，而且会临时修改树的结构，这在并发环境下是个问题。因此，它的适用场景主要是那些对内存要求极高，或者需要处理非常深的树的情况。当然，它也是算法面试中的一个重要考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我的分享到此结束，感谢大家的聆听。Morris算法是一个非常巧妙的算法，希望通过今天的分享，能帮助大家更好地理解它。现在是问答环节，大家有任何问题都可以提出来，我们一起交流探讨。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11" Type="http://schemas.openxmlformats.org/officeDocument/2006/relationships/image" Target="../media/image13.png"/><Relationship Id="rId5" Type="http://schemas.openxmlformats.org/officeDocument/2006/relationships/image" Target="../media/image1.png"/><Relationship Id="rId10" Type="http://schemas.openxmlformats.org/officeDocument/2006/relationships/image" Target="../media/image12.svg"/><Relationship Id="rId4" Type="http://schemas.openxmlformats.org/officeDocument/2006/relationships/image" Target="../media/image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2.sv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38.svg"/><Relationship Id="rId4" Type="http://schemas.openxmlformats.org/officeDocument/2006/relationships/image" Target="../media/image34.sv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8.svg"/><Relationship Id="rId4" Type="http://schemas.openxmlformats.org/officeDocument/2006/relationships/image" Target="../media/image50.sv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1016000"/>
            <a:ext cx="1219200" cy="12192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841500" y="2413000"/>
            <a:ext cx="850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Morris算法：二叉树的常数空间遍历艺术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78500" y="3238500"/>
            <a:ext cx="635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556000" y="3492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第一周</a:t>
            </a:r>
            <a:r>
              <a:rPr lang="en-US" sz="2000" b="0" i="0" u="none" strike="noStrike" dirty="0" err="1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组会分享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3556000" y="4445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D47A1">
                <a:alpha val="1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D47A1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7000" y="47752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318000" y="4724400"/>
            <a:ext cx="152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0" y="4775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477000" y="47244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</a:t>
            </a:r>
            <a:r>
              <a:rPr lang="en-US" sz="1600" dirty="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sz="1600" b="0" i="0" u="none" strike="noStrike" dirty="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月</a:t>
            </a:r>
            <a:r>
              <a:rPr lang="en-US" sz="1600" dirty="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600" b="0" i="0" u="none" strike="noStrike" dirty="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8日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4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背景与动机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49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为什么需要Morris算法？解决传统遍历的痛点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651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200" y="1905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56200" y="184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48200" y="2349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线索二叉树的巧妙运用，利用空闲指针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1651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400" y="190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88400" y="184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算法详解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2349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以中序遍历为例，分步拆解执行逻辑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556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746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实例演示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254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通过具体例子理解算法执行过程与状态变化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3556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8200" y="3810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156200" y="3746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变种拓展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48200" y="4254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前序与后序遍历的Morris实现方式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26400" y="3556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80400" y="3810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88400" y="3746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总结与思考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80400" y="4254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算法优缺点分析与实际应用场景探讨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背景与动机：我们为什么需要Morris？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500" y="1651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常规遍历方法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8575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递归：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简单直观，但有栈溢出风险，空间复杂度O(h)。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迭代：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手动模拟栈，规避溢出，空间复杂度仍为O(h)。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8500" y="1651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痛点与需求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8575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共同痛点：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深度极大时内存开销大。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核心需求：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在嵌入式等受限环境中，迫切需要</a:t>
            </a: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O(1)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空间复杂度。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1500" y="1651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Morris算法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55000" y="28575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应运而生：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解决O(h)空间瓶颈。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核心优势：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通过线索化，实现</a:t>
            </a: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O(n)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时间复杂度与</a:t>
            </a: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O(1)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空间复杂度。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D47A1">
              <a:alpha val="8000"/>
            </a:srgbClr>
          </a:solidFill>
          <a:ln w="12700" cap="flat" cmpd="sng">
            <a:solidFill>
              <a:srgbClr val="0D47A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016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8260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8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Morris算法并非为了取代传统方法，而是为了解决传统方法在处理极深二叉树时的内存瓶颈问题，是一种极具巧思的优化方案。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核心思想：线索二叉树的巧妙运用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空间的“浪费”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普通二叉树中存在大量空指针（NULL），占用了存储空间却未被有效利用。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Morris的智慧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28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利用空闲的空指针建立临时</a:t>
            </a:r>
            <a:r>
              <a:rPr lang="en-US" sz="16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“线索”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（Thread），构建无需栈的遍历路径。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线索的价值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28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将前驱节点的Right指针指向当前节点，就像</a:t>
            </a: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“记住了回家的路”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，从而省去了栈的开销。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06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Morris 遍历关键步骤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572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0D47A1">
              <a:alpha val="5000"/>
            </a:srgbClr>
          </a:solidFill>
          <a:ln w="12700" cap="flat" cmpd="sng">
            <a:solidFill>
              <a:srgbClr val="0D47A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953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699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1. 建立线索 (Threading)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首次访问节点时，找到其中序前驱节点，将其Right指针指向当前节点。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604000" y="4572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C107">
              <a:alpha val="10000"/>
            </a:srgbClr>
          </a:solidFill>
          <a:ln w="12700" cap="flat" cmpd="sng">
            <a:solidFill>
              <a:srgbClr val="FFC10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58000" y="4953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93000" y="4699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2. 拆除线索 (Unthreading)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第二次访问节点（通过线索返回时），将前驱节点的Right指针恢复为NULL，还原树结构。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603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算法详解：以中序遍历为例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2032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1. 初始化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当前节点 cur 指向根节点，准备开始遍历。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111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65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23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2. 无左孩子 (直接访问)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访问 cur，然后 cur 向右移动 (cur = cur-&gt;right)。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318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762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4450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3. 有左孩子 (找前驱节点)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找到左子树最右节点 prev：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prev-&gt;right == NULL：建立线索，cur 左移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prev-&gt;right == cur：拆除线索，访问 cur，右移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905500"/>
            <a:ext cx="5080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60325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5905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4. 循环终止：直到 cur == NULL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905000"/>
            <a:ext cx="5080000" cy="2095500"/>
          </a:xfrm>
          <a:prstGeom prst="roundRect">
            <a:avLst>
              <a:gd name="adj" fmla="val 6060"/>
            </a:avLst>
          </a:prstGeom>
          <a:solidFill>
            <a:srgbClr val="0D47A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D47A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04000" y="2095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Morris 核心思想：线索化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2540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3F2FD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利用叶子节点的空指针，指向其后继节点，构建“线索”。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E3F2FD"/>
                </a:solidFill>
                <a:latin typeface="Noto Sans SC"/>
                <a:ea typeface="Noto Sans SC"/>
                <a:cs typeface="Noto Sans SC"/>
                <a:sym typeface="Noto Sans SC"/>
              </a:rPr>
              <a:t>避免了递归或栈带来的额外空间开销，实现</a:t>
            </a:r>
            <a:r>
              <a:rPr lang="en-US" sz="16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O(1)</a:t>
            </a:r>
            <a:r>
              <a:rPr lang="en-US" sz="1600" b="0" i="0" u="none" strike="noStrike">
                <a:solidFill>
                  <a:srgbClr val="E3F2FD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空间复杂度的遍历。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350000" y="4191000"/>
            <a:ext cx="5080000" cy="2349500"/>
          </a:xfrm>
          <a:prstGeom prst="roundRect">
            <a:avLst>
              <a:gd name="adj" fmla="val 5405"/>
            </a:avLst>
          </a:prstGeom>
          <a:solidFill>
            <a:srgbClr val="ECEFF1">
              <a:alpha val="100000"/>
            </a:srgbClr>
          </a:solidFill>
          <a:ln w="12700" cap="flat" cmpd="sng">
            <a:solidFill>
              <a:srgbClr val="BDBD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04000" y="4381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算法伪码示意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4826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while (cur is not null):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if (cur.left is null):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visit(cur); cur = cur.right;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find predecessor...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if (pred.right is null): ...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else: ... // 恢复线索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实例演示：一步一步走一遍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3873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图示：标准二叉树结构 (根节点为1)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223000" y="1524000"/>
            <a:ext cx="5207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858000" y="17272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结构定义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2159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我们以一个简单的二叉树为例：根节点为 1，左子树包含 2、4、5，右子树包含 3。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6477009" y="3041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30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32512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预期中序遍历结果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68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4 → 2 → 5 → 1 → 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D47A1">
              <a:alpha val="5000"/>
            </a:srgbClr>
          </a:solidFill>
          <a:ln w="12700" cap="flat" cmpd="sng">
            <a:solidFill>
              <a:srgbClr val="0D47A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080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50165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演示目标：</a:t>
            </a: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接下来，我将带着大家一步一步地走一遍 Morris 算法的执行过程，重点观察它是如何不使用栈（O(1) 空间复杂度）就完成上述中序遍历的。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553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实例演示：步骤 1 - 4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393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二叉树线索化状态变化示意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191000" y="1778000"/>
            <a:ext cx="7239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4953000" y="1841500"/>
            <a:ext cx="635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1：</a:t>
            </a: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cur = 1，有左孩子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。找到左子树(2)最右节点(5)，其right为NULL。建立线索：5-&gt;right = 1。cur = 2。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191000" y="2857500"/>
            <a:ext cx="7239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0" y="3111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953000" y="2921000"/>
            <a:ext cx="635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2：</a:t>
            </a: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cur = 2，有左孩子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。找到左子树(4)最右节点(4)，其right为NULL。建立线索：4-&gt;right = 2。cur = 4。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91000" y="3937000"/>
            <a:ext cx="7239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500" y="4191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53000" y="4000500"/>
            <a:ext cx="635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3：</a:t>
            </a: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cur = 4，无左孩子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。访问 4。cur = 4-&gt;right = 2。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191000" y="5016500"/>
            <a:ext cx="7239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1500" y="5270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953000" y="5080000"/>
            <a:ext cx="635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4：</a:t>
            </a: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cur = 2，有左孩子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。发现线索已建立，拆除线索(4-&gt;right=NULL)。访问 2。cur = 2-&gt;right = 5。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实例演示：步骤 5 - 7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524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5：访问节点 5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cur = 5，无左孩子，直接访问。随后 cur = 5-&gt;right = 1。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921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794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6：拆除线索，访问节点 1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cur = 1，发现左子树线索已建。拆除线索 5-&gt;right = NULL，访问 1。cur = 1-&gt;right = 3。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191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064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7：访问节点 3，遍历结束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cur = 3，无左孩子，访问 3。cur = 3-&gt;right = NULL，遍历结束。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207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FFC107">
              <a:alpha val="15000"/>
            </a:srgbClr>
          </a:solidFill>
          <a:ln w="25400" cap="flat" cmpd="sng">
            <a:solidFill>
              <a:srgbClr val="FFC10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384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334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最终访问顺序：4 → 2 → 5 → 1 → 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44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图示：步骤 5-7 的二叉树状态变化与线索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430000" y="6096000"/>
            <a:ext cx="508000" cy="508000"/>
          </a:xfrm>
          <a:prstGeom prst="roundRect">
            <a:avLst>
              <a:gd name="adj" fmla="val 0"/>
            </a:avLst>
          </a:prstGeom>
          <a:solidFill>
            <a:srgbClr val="0D47A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31600" y="61976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变种拓展：前序与后序遍历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Morris算法的核心思想可以轻松扩展到前序和后序遍历，主要区别在于</a:t>
            </a: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访问节点的时机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00" cy="762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前序 Morris 遍历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访问时机：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建立线索时（即 prev-&gt;right == NULL）访问当前节点 cur。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8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口诀调整：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有左孩子且 prev-&gt;right == NULL 时，先访问 cur，再建立线索。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905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0" y="1905000"/>
            <a:ext cx="5080000" cy="762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222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2184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后序 Morris 遍历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27940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访问时机：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第二次访问节点（拆除线索时），逆序输出其左子树的右边界。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800" b="1" i="0" u="none" strike="noStrike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实现思路：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可通过临时哨兵节点，将整棵树作为其左子树，然后统一处理。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D47A1">
              <a:alpha val="5000"/>
            </a:srgbClr>
          </a:solidFill>
          <a:ln w="12700" cap="flat" cmpd="sng">
            <a:solidFill>
              <a:srgbClr val="0D47A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511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5397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核心总结：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掌握中序遍历后，变种算法的关键在于灵活调整访问节点的时机，无论是建立线索时的“顺手牵羊”，还是拆除线索时的“回溯处理”。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总结与思考：优缺点与适用场景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635000"/>
          </a:xfrm>
          <a:prstGeom prst="roundRect">
            <a:avLst>
              <a:gd name="adj" fmla="val 20000"/>
            </a:avLst>
          </a:prstGeom>
          <a:solidFill>
            <a:srgbClr val="0D47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524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498600"/>
            <a:ext cx="241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292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03200" indent="-203200" algn="l">
              <a:lnSpc>
                <a:spcPct val="108333"/>
              </a:lnSpc>
              <a:buClr>
                <a:srgbClr val="212121"/>
              </a:buClr>
              <a:buChar char="•"/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O(1) 空间复杂度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不使用栈或递归，仅利用树空指针</a:t>
            </a:r>
            <a:endParaRPr lang="en-US" sz="1100"/>
          </a:p>
          <a:p>
            <a:pPr marL="203200" indent="-203200" algn="l">
              <a:lnSpc>
                <a:spcPct val="108333"/>
              </a:lnSpc>
              <a:buClr>
                <a:srgbClr val="212121"/>
              </a:buClr>
              <a:buChar char="•"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时间效率高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复杂度O(n)，节点最多访问三次</a:t>
            </a:r>
          </a:p>
          <a:p>
            <a:pPr marL="203200" indent="-203200" algn="l">
              <a:lnSpc>
                <a:spcPct val="108333"/>
              </a:lnSpc>
              <a:buClr>
                <a:srgbClr val="212121"/>
              </a:buClr>
              <a:buChar char="•"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无栈溢出风险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避免深度过大导致的递归栈溢出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635000"/>
          </a:xfrm>
          <a:prstGeom prst="roundRect">
            <a:avLst>
              <a:gd name="adj" fmla="val 20000"/>
            </a:avLst>
          </a:prstGeom>
          <a:solidFill>
            <a:srgbClr val="75757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1524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80000" y="1498600"/>
            <a:ext cx="241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主要不足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2159000"/>
            <a:ext cx="292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03200" indent="-203200" algn="l">
              <a:lnSpc>
                <a:spcPct val="108333"/>
              </a:lnSpc>
              <a:buClr>
                <a:srgbClr val="212121"/>
              </a:buClr>
              <a:buChar char="•"/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代码实现复杂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逻辑晦涩，编写与理解难度大</a:t>
            </a:r>
            <a:endParaRPr lang="en-US" sz="1100"/>
          </a:p>
          <a:p>
            <a:pPr marL="203200" indent="-203200" algn="l">
              <a:lnSpc>
                <a:spcPct val="108333"/>
              </a:lnSpc>
              <a:buClr>
                <a:srgbClr val="212121"/>
              </a:buClr>
              <a:buChar char="•"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修改树结构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临时修改指针，并发环境不安全</a:t>
            </a:r>
          </a:p>
          <a:p>
            <a:pPr marL="203200" indent="-203200" algn="l">
              <a:lnSpc>
                <a:spcPct val="108333"/>
              </a:lnSpc>
              <a:buClr>
                <a:srgbClr val="212121"/>
              </a:buClr>
              <a:buChar char="•"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可读性较差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算法不直观，维护成本相对较高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28000" y="1397000"/>
            <a:ext cx="3302000" cy="635000"/>
          </a:xfrm>
          <a:prstGeom prst="roundRect">
            <a:avLst>
              <a:gd name="adj" fmla="val 2000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1524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1498600"/>
            <a:ext cx="241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2159000"/>
            <a:ext cx="292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03200" indent="-203200" algn="l">
              <a:lnSpc>
                <a:spcPct val="108333"/>
              </a:lnSpc>
              <a:buClr>
                <a:srgbClr val="212121"/>
              </a:buClr>
              <a:buChar char="•"/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资源受限环境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如嵌入式系统，对内存极度敏感</a:t>
            </a:r>
            <a:endParaRPr lang="en-US" sz="1100"/>
          </a:p>
          <a:p>
            <a:pPr marL="203200" indent="-203200" algn="l">
              <a:lnSpc>
                <a:spcPct val="108333"/>
              </a:lnSpc>
              <a:buClr>
                <a:srgbClr val="212121"/>
              </a:buClr>
              <a:buChar char="•"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极深二叉树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无法承受递归栈开销的处理场景</a:t>
            </a:r>
          </a:p>
          <a:p>
            <a:pPr marL="203200" indent="-203200" algn="l">
              <a:lnSpc>
                <a:spcPct val="108333"/>
              </a:lnSpc>
              <a:buClr>
                <a:srgbClr val="212121"/>
              </a:buClr>
              <a:buChar char="•"/>
            </a:pP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算法面试考点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考察对二叉树与指针操作的理解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0D47A1">
              <a:alpha val="5000"/>
            </a:srgbClr>
          </a:solidFill>
          <a:ln w="12700" cap="flat" cmpd="sng">
            <a:solidFill>
              <a:srgbClr val="0D47A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524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53340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Morris算法总结：</a:t>
            </a:r>
            <a:r>
              <a:rPr lang="en-US" sz="18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这是一种“以时间换空间”的极致优化算法。虽然牺牲了一定的代码可读性和直观性，但在内存资源极度紧张的场景下，它是实现线性时间遍历二叉树的最佳选择。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D47A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D47A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1397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4584700" y="2413000"/>
            <a:ext cx="3022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4311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47A1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Microsoft Office PowerPoint</Application>
  <PresentationFormat>宽屏</PresentationFormat>
  <Paragraphs>153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火 花</cp:lastModifiedBy>
  <cp:revision>1</cp:revision>
  <dcterms:modified xsi:type="dcterms:W3CDTF">2026-03-28T06:03:19Z</dcterms:modified>
</cp:coreProperties>
</file>